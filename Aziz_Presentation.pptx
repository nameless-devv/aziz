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Aziz Robo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Qishloq xo'jaligi uchun Coverage Path Planning</a:t>
            </a:r>
          </a:p>
          <a:p>
            <a:pPr lvl="1">
              <a:defRPr sz="1600"/>
            </a:pPr>
            <a:r>
              <a:t>Interaktiv dala va to'siq rejalashtirish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Muammo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Maydon va to'siqlarni vizual tarzda chizish qiyin</a:t>
            </a:r>
          </a:p>
          <a:p>
            <a:pPr lvl="1">
              <a:defRPr sz="1600"/>
            </a:pPr>
            <a:r>
              <a:t>Robot uchun to'liq qoplama yo'llarini avtomatik yaratish kerak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Yechim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Interaktiv matplotlib GUI (maydon + to'siq)</a:t>
            </a:r>
          </a:p>
          <a:p>
            <a:pPr lvl="1">
              <a:defRPr sz="1600"/>
            </a:pPr>
            <a:r>
              <a:t>Boustrophedon va spiral coverage algoritmlari</a:t>
            </a:r>
          </a:p>
          <a:p>
            <a:pPr lvl="1">
              <a:defRPr sz="1600"/>
            </a:pPr>
            <a:r>
              <a:t>Portativ o'rnatish - `aziz` buyruqi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Arxitektura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`robo.py` - GUI entrypoint</a:t>
            </a:r>
          </a:p>
          <a:p>
            <a:pPr lvl="1">
              <a:defRPr sz="1600"/>
            </a:pPr>
            <a:r>
              <a:t>`src/environment_modeling.py` - maydon va to'siq modellari</a:t>
            </a:r>
          </a:p>
          <a:p>
            <a:pPr lvl="1">
              <a:defRPr sz="1600"/>
            </a:pPr>
            <a:r>
              <a:t>`src/coverage_planning.py` - coverage algoritmlari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Modullar va Funksiyalar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Field yaratish va to'siq qo'shish</a:t>
            </a:r>
          </a:p>
          <a:p>
            <a:pPr lvl="1">
              <a:defRPr sz="1600"/>
            </a:pPr>
            <a:r>
              <a:t>Planner: CoveragePathPlanner</a:t>
            </a:r>
          </a:p>
          <a:p>
            <a:pPr lvl="1">
              <a:defRPr sz="1600"/>
            </a:pPr>
            <a:r>
              <a:t>Vizualizatsiya: matplotlib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O'rnatish va Ishga tushirish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git clone https://github.com/Nameless-devv/aziz.git</a:t>
            </a:r>
          </a:p>
          <a:p>
            <a:pPr lvl="1">
              <a:defRPr sz="1600"/>
            </a:pPr>
            <a:r>
              <a:t>bash install.sh  (macOS/Linux)</a:t>
            </a:r>
          </a:p>
          <a:p>
            <a:pPr lvl="1">
              <a:defRPr sz="1600"/>
            </a:pPr>
            <a:r>
              <a:t>install.bat yoki .\install.ps1 (Windows)</a:t>
            </a:r>
          </a:p>
          <a:p>
            <a:pPr lvl="1">
              <a:defRPr sz="1600"/>
            </a:pPr>
            <a:r>
              <a:t>aziz  — dastur ishga tushadi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 va Ekranlar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Interaktiv maydon chizish</a:t>
            </a:r>
          </a:p>
          <a:p>
            <a:pPr lvl="1">
              <a:defRPr sz="1600"/>
            </a:pPr>
            <a:r>
              <a:t>To'siqlarni qo'shish</a:t>
            </a:r>
          </a:p>
          <a:p>
            <a:pPr lvl="1">
              <a:defRPr sz="1600"/>
            </a:pPr>
            <a:r>
              <a:t>Yo'lni rejalashtirish va vizualizatsiya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Natija va Foyda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Portativ va qayta o'rnatiluvchi loyiha</a:t>
            </a:r>
          </a:p>
          <a:p>
            <a:pPr lvl="1">
              <a:defRPr sz="1600"/>
            </a:pPr>
            <a:r>
              <a:t>Oson integratsiya boshqa tizimlarga</a:t>
            </a:r>
          </a:p>
          <a:p>
            <a:pPr lvl="1">
              <a:defRPr sz="1600"/>
            </a:pPr>
            <a:r>
              <a:t>Ta'lim va ilmiy ishlar uchun mos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Keyingi Qadamlar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Qo'shimcha algoritmlar</a:t>
            </a:r>
          </a:p>
          <a:p>
            <a:pPr lvl="1">
              <a:defRPr sz="1600"/>
            </a:pPr>
            <a:r>
              <a:t>ROS integratsiyasi</a:t>
            </a:r>
          </a:p>
          <a:p>
            <a:pPr lvl="1">
              <a:defRPr sz="1600"/>
            </a:pPr>
            <a:r>
              <a:t>Sensorlarni simulyatsiya qilish va testlar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Kontakt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Repository: https://github.com/Nameless-devv/aziz</a:t>
            </a:r>
          </a:p>
          <a:p>
            <a:pPr lvl="1">
              <a:defRPr sz="1600"/>
            </a:pPr>
            <a:r>
              <a:t>Muallif: Sanjarbek / Nameless-devv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