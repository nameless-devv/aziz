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Aziz Robo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Qishloq xo'jaligi uchun Coverage Path Planning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82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Kirish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Muammo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Yechim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Qanday ishlaydi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8A33"/>
                </a:solidFill>
              </a:defRPr>
            </a:pPr>
            <a:r>
              <a:t>Natijalar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Qo'llanish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09728"/>
            <a:ext cx="1463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E6F0"/>
                </a:solidFill>
              </a:defRPr>
            </a:pPr>
            <a:r>
              <a:t>Xulosa</a:t>
            </a:r>
          </a:p>
        </p:txBody>
      </p:sp>
      <p:pic>
        <p:nvPicPr>
          <p:cNvPr id="10" name="Picture 9" descr="_tmp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5943600" cy="38404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766560" y="914400"/>
            <a:ext cx="2743200" cy="548640"/>
          </a:xfrm>
          <a:prstGeom prst="roundRect">
            <a:avLst/>
          </a:prstGeom>
          <a:solidFill>
            <a:srgbClr val="F2F6F9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200" b="1">
                <a:solidFill>
                  <a:srgbClr val="182C43"/>
                </a:solidFill>
              </a:defRPr>
            </a:pPr>
            <a:r>
              <a:t>SVD va PCA</a:t>
            </a:r>
          </a:p>
          <a:p>
            <a:pPr lvl="1">
              <a:defRPr sz="1000">
                <a:solidFill>
                  <a:srgbClr val="505A64"/>
                </a:solidFill>
              </a:defRPr>
            </a:pPr>
            <a:r>
              <a:t>Eng eski matematik usullar. Ozgina yaxshi, lekin kam.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627632"/>
            <a:ext cx="2743200" cy="548640"/>
          </a:xfrm>
          <a:prstGeom prst="roundRect">
            <a:avLst/>
          </a:prstGeom>
          <a:solidFill>
            <a:srgbClr val="F2F6F9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200" b="1">
                <a:solidFill>
                  <a:srgbClr val="182C43"/>
                </a:solidFill>
              </a:defRPr>
            </a:pPr>
            <a:r>
              <a:t>Wavelet</a:t>
            </a:r>
          </a:p>
          <a:p>
            <a:pPr lvl="1">
              <a:defRPr sz="1000">
                <a:solidFill>
                  <a:srgbClr val="505A64"/>
                </a:solidFill>
              </a:defRPr>
            </a:pPr>
            <a:r>
              <a:t>Yaxshi usul. Klinikada ishlatiladi. Lekin AI dan past.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40864"/>
            <a:ext cx="2743200" cy="548640"/>
          </a:xfrm>
          <a:prstGeom prst="roundRect">
            <a:avLst/>
          </a:prstGeom>
          <a:solidFill>
            <a:srgbClr val="F2F6F9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200" b="1">
                <a:solidFill>
                  <a:srgbClr val="182C43"/>
                </a:solidFill>
              </a:defRPr>
            </a:pPr>
            <a:r>
              <a:t>Autoencoder</a:t>
            </a:r>
          </a:p>
          <a:p>
            <a:pPr lvl="1">
              <a:defRPr sz="1000">
                <a:solidFill>
                  <a:srgbClr val="505A64"/>
                </a:solidFill>
              </a:defRPr>
            </a:pPr>
            <a:r>
              <a:t>AI usuli. Wavelet dan sezilarli darajada yaxshiroq.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054096"/>
            <a:ext cx="2743200" cy="548640"/>
          </a:xfrm>
          <a:prstGeom prst="roundRect">
            <a:avLst/>
          </a:prstGeom>
          <a:solidFill>
            <a:srgbClr val="F2F6F9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200" b="1">
                <a:solidFill>
                  <a:srgbClr val="182C43"/>
                </a:solidFill>
              </a:defRPr>
            </a:pPr>
            <a:r>
              <a:t>U-Net — G'olib!</a:t>
            </a:r>
          </a:p>
          <a:p>
            <a:pPr lvl="1">
              <a:defRPr sz="1000">
                <a:solidFill>
                  <a:srgbClr val="505A64"/>
                </a:solidFill>
              </a:defRPr>
            </a:pPr>
            <a:r>
              <a:t>Barcha shovqin turlarida eng yaxshi natija. 88% samaradorlik!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3858768"/>
            <a:ext cx="2743200" cy="731520"/>
          </a:xfrm>
          <a:prstGeom prst="roundRect">
            <a:avLst/>
          </a:prstGeom>
          <a:solidFill>
            <a:srgbClr val="1C263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Xulosa: AI usullari (Autoencoder, U-Net) an'anaviy usullarga qaraganda yuqori samaradorlik ko'rsatadi.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