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🚜 QISHLOQ XO'JALIGI ROBOTI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Interaktiv Dala Planner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2026-yil May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Loyihaning Maqsadi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Qishloq xo'jaligi robotlari uchun oптимал yo'l rejalashtirish tizimi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Interaktiv grafikli interfeys orqali oson foydalanish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Ixtiyoriy shakldagi dala va turli xil to'siqlarni qo'llash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Real vaqt simulyatsiyasi va vizualizatsiyasi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Robotning dala qoplamaning maksimal samaradorligini ta'minlash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Asosiy Xususiyatlar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🎨 Ixtiyoriy shakldagi dala chizish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📍 Turli turdagi to'siqlarni qo'shish (daraxt, tosh, bino, suv)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📏 To'siq hajmini slider bilan sozlash (1-10 metr)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🤖 Boustrophedon va Spiral algoritmlar bilan yo'l rejalashtirish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📊 Real vaqt simulyatsiyasi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💾 Ma'lumotlarni JSON formatida saqlash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Tizim Arxitekturasi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Interactive Planner (GUI) - Foydalanuvchi interfeysi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Environment Modeling - Muhit va to'siqlarni modellashtirish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Coverage Planning - Dala qoplash yo'li rejalashtirish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Matplotlib - Vizualizatsiya va animatsiya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Fayllar: interactive_planner.py, environment_modeling.py, coverage_planning.py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Muhit Modellashtirish (Environment Modeling)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2D maydon ko'pburchak shaklida ifodalanadi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Turli xil to'siq turlari: TREE, ROCK, BUILDING, IRRIGATION, UNKNOWN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Doira va ko'pburchak shaklida to'siqlarni qo'llash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To'siq klassifikatsiyasi va pozitsiya saqlanish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Xavfsiz navigatsiya zonasini hisoblash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Dala Qoplash Algoritmi (Coverage Planning)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Boustrophedon: Parallel qatorlar bo'ylab harakatlanish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Spiral: Markazdan periferiyaga spiral shaklida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100% dala qoplamani ta'minlash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Overlap parametri - takroriy qayta o'tilish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Robot eni: 3 metr (sozlanuvchi)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Yo'l uzunligi va vaqtni hisoblash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Dasturdan Foydalanish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1️⃣ Maydon Yaratish: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Chap klik orqali nuqtalarni kiritish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Enter tugmasini bosish maydonni yakunlash uchun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Kamida 3 ta nuqta kerak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2️⃣ To'siqlarni Qo'shish: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To'siq turi tanlash (Daraxt, Tosh, Bino, Suv, Boshqa)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Slider bilan hajmni o'zgartirish (1-10 metr)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Dasturdan Foydalanish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3️⃣ Boshlang'ich Nuqta: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Chap klik: Robot uchun boshlang'ich nuqtasini tanlash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4️⃣ Yo'l Rejalashtirish: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'Yo'l' tugmasi: Boustrophedon algoritmi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'Spiral' tugmasi: Spiral yo'l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5️⃣ Simulyatsiya va Saqlash: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'SIMULYATSIYA' tugmasi: Roboting harakatini ko'rish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   - 'Saqlash' tugmasi: Ma'lumotlarni saqlash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Texnik Jixozlar va Kutubxonalar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Python 3.9+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NumPy - Raqamli hisob-kitoblar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Matplotlib - Vizualizatsiya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SciPy - Ilmiy hisoblash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Shapely - Geometrik amallar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PyYAML - Konfiguratsiya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GUI: Matplotlib widgets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Interactive: Slider, Button, RadioButtons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Mouse events: Click va drag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Animation: Real vaqt animatsiya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File I/O: JSON, YAML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▪ Geometry: Polygon, Circle shapes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Loyiha Strukturasi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/aziz/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├── interactive_planner.py  - Asosiy dastur (30 KB)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├── src/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│   ├── environment_modeling.py  - Muhit (21 KB)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│   ├── coverage_planning.py  - Yo'l rejalashtirish (39 KB)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│   └── __init__.py  - Paket initsializatsiyasi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├── config/settings.yaml  - Konfiguratsiya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├── docs/ARCHITECTURE.md  - Dokumentatsiya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└── requirements.txt  - Zависимости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Natijalar va Amaliy Qo'llanish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Qishloq xo'jaligi dalalarini samarali rejalashtirish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Robotning harakatini vizualizatsiya qilish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Yo'l uzunligini minimize qilish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Dala qoplamaning mustahkamligini ta'minlash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Real vaqt simulyatsiyasi bilan tekshirish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Turli xil dala shakllari bilan ishlash qobiliyati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▪ ✅ Oson va intuitiv foydalanuvchi interfeysi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RAHMAT!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Qishloq Xo'jaligi Roboti Interaktiv Dala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2026-yil May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